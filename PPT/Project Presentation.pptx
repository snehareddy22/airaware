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lexandria" panose="020B0604020202020204" charset="-78"/>
      <p:regular r:id="rId13"/>
    </p:embeddedFont>
    <p:embeddedFont>
      <p:font typeface="Alexandria Bold" panose="020B0604020202020204" charset="-78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8325" y="2081430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AIR AWARE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2982" y="4156792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Smart Air Quality Prediction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69914" y="6030752"/>
            <a:ext cx="3170285" cy="81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s.sneha</a:t>
            </a:r>
            <a:endParaRPr lang="en-US" sz="4743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827028" y="6748457"/>
            <a:ext cx="3170284" cy="713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  <a:spcBef>
                <a:spcPct val="0"/>
              </a:spcBef>
            </a:pPr>
            <a:r>
              <a:rPr lang="en-US" sz="41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62435" y="2271870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097138"/>
            <a:ext cx="11400286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is a smart system that predicts Air Quality Index (AQI) using a trained machine learning model.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The project includes an interactive dashboard, pollutant analysis, and downloadable reports.</a:t>
            </a:r>
          </a:p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Now upgraded with ML backend integration and dark mode UI.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71685" y="3939975"/>
            <a:ext cx="11400286" cy="230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is increasing across major cities, affecting health and daily decisions.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People lack simple tools to check potential air quality.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18114" y="2214108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6029" y="42310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71685" y="6345556"/>
            <a:ext cx="11400286" cy="114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solves this by predicting AQI using ML and providing clear visual insights.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6029" y="62884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98664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8753" y="3989467"/>
            <a:ext cx="11094696" cy="463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 responsive UI: Home, Dashboard, About, Contact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 charts &amp; bar charts with Chart.js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ML prediction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Downloadable PDF AQI report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Smooth navigation and clean UI design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mode support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1438" y="2271870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FRONTEND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41438" y="4097138"/>
            <a:ext cx="11987540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Built using HTML, CSS, and JavaScript with clean reusable components.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Dashboard shows PM2.5, CO, NO₂, and AQI in card format.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Chart.js used for visualizing pollutant trends and AQI comparison.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806" y="1809296"/>
            <a:ext cx="1775038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MILESTONE-2 BACKEND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2011" y="4097138"/>
            <a:ext cx="9835235" cy="463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✔ Connected dashboard UI to Flask backend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✔ Implemented /predict API using ML model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✔ Integrated ML model (Linear Regression model trained using Delhi dataset)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✔ Created /download_report route for PDF generation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✔ Ensured backend sends structured JSON for charts &amp; AQI cards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2729" y="3765398"/>
            <a:ext cx="4780975" cy="4780975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12753" y="1713144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41438" y="4097138"/>
            <a:ext cx="10276484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Frontend: HTML, CSS, JavaScript, Chart.js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Backend: Python Flask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Learning: sklearn, pandas, numpy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Dataset: City-Day dataset (PM2.5, CO, NO₂, AQI)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PDF Generation: FPDF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Version Control: GitHub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-297824" y="817645"/>
            <a:ext cx="17557124" cy="7640528"/>
          </a:xfrm>
          <a:custGeom>
            <a:avLst/>
            <a:gdLst/>
            <a:ahLst/>
            <a:cxnLst/>
            <a:rect l="l" t="t" r="r" b="b"/>
            <a:pathLst>
              <a:path w="17557124" h="7640528">
                <a:moveTo>
                  <a:pt x="0" y="0"/>
                </a:moveTo>
                <a:lnTo>
                  <a:pt x="17557124" y="0"/>
                </a:lnTo>
                <a:lnTo>
                  <a:pt x="17557124" y="7640528"/>
                </a:lnTo>
                <a:lnTo>
                  <a:pt x="0" y="764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715" b="-371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0" y="941806"/>
            <a:ext cx="18261261" cy="8522374"/>
          </a:xfrm>
          <a:custGeom>
            <a:avLst/>
            <a:gdLst/>
            <a:ahLst/>
            <a:cxnLst/>
            <a:rect l="l" t="t" r="r" b="b"/>
            <a:pathLst>
              <a:path w="18261261" h="8522374">
                <a:moveTo>
                  <a:pt x="0" y="0"/>
                </a:moveTo>
                <a:lnTo>
                  <a:pt x="18261261" y="0"/>
                </a:lnTo>
                <a:lnTo>
                  <a:pt x="18261261" y="8522374"/>
                </a:lnTo>
                <a:lnTo>
                  <a:pt x="0" y="8522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69" r="-106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89687" y="9483570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097138"/>
            <a:ext cx="11400286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Milestone-2 successfully completes the full functionality of the AirAware prediction dashboard with ML integration and improved UI.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The project is ready for final polishing and backend enhancements in Milestone-3.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Custom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Garet</vt:lpstr>
      <vt:lpstr>Arial</vt:lpstr>
      <vt:lpstr>Alexandria Bold</vt:lpstr>
      <vt:lpstr>Garet Bold</vt:lpstr>
      <vt:lpstr>Alexandria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sneha reddy</dc:creator>
  <cp:lastModifiedBy>sneha reddy</cp:lastModifiedBy>
  <cp:revision>2</cp:revision>
  <dcterms:created xsi:type="dcterms:W3CDTF">2006-08-16T00:00:00Z</dcterms:created>
  <dcterms:modified xsi:type="dcterms:W3CDTF">2025-12-05T06:45:36Z</dcterms:modified>
  <dc:identifier>DAG6ntULTI0</dc:identifier>
</cp:coreProperties>
</file>