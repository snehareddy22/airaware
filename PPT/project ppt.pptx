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6" r:id="rId10"/>
    <p:sldId id="267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81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32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36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70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739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85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007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45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65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37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097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81071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12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125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118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264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239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1423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2856" y="664028"/>
            <a:ext cx="7293430" cy="2013857"/>
          </a:xfrm>
        </p:spPr>
        <p:txBody>
          <a:bodyPr>
            <a:normAutofit fontScale="90000"/>
          </a:bodyPr>
          <a:lstStyle/>
          <a:p>
            <a:pPr algn="ctr"/>
            <a: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  <a:t>Air</a:t>
            </a:r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  <a:t>Aware – Smart Air Quality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79571" y="3320143"/>
            <a:ext cx="5529943" cy="1023257"/>
          </a:xfrm>
        </p:spPr>
        <p:txBody>
          <a:bodyPr>
            <a:noAutofit/>
          </a:bodyPr>
          <a:lstStyle/>
          <a:p>
            <a:pPr algn="l"/>
            <a:r>
              <a:rPr lang="en-IN" sz="1800" dirty="0">
                <a:solidFill>
                  <a:schemeClr val="tx1"/>
                </a:solidFill>
              </a:rPr>
              <a:t>Name: S. Sneha </a:t>
            </a:r>
          </a:p>
          <a:p>
            <a:pPr algn="l"/>
            <a:r>
              <a:rPr sz="1800" dirty="0">
                <a:solidFill>
                  <a:schemeClr val="tx1"/>
                </a:solidFill>
              </a:rPr>
              <a:t>Infosys Springboard Internship</a:t>
            </a:r>
            <a:endParaRPr lang="en-IN" sz="1800" dirty="0">
              <a:solidFill>
                <a:schemeClr val="tx1"/>
              </a:solidFill>
            </a:endParaRP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Group:2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744" y="838200"/>
            <a:ext cx="5486400" cy="587829"/>
          </a:xfrm>
        </p:spPr>
        <p:txBody>
          <a:bodyPr>
            <a:normAutofit/>
          </a:bodyPr>
          <a:lstStyle/>
          <a:p>
            <a:r>
              <a:rPr lang="en-US" b="1" dirty="0"/>
              <a:t>Project overview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24742"/>
            <a:ext cx="8229600" cy="49203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91175F-7900-4C3F-BD8E-98620EAA3C9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96686" y="1729650"/>
            <a:ext cx="81534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Air Aware is a smart system designed to analyze air pollutants and predict AQI.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a machine learning model trained on PM2.5, CO, NO₂, and AQI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Includes a clean frontend UI and Flask backend integration.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trend graphs, predicted values, and downloadable PDF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dirty="0"/>
          </a:p>
          <a:p>
            <a:r>
              <a:rPr sz="2900" dirty="0"/>
              <a:t>Air pollution levels are rising due to urbanization and climate change.</a:t>
            </a:r>
            <a:endParaRPr lang="en-IN" sz="2900" dirty="0"/>
          </a:p>
          <a:p>
            <a:pPr marL="0" indent="0">
              <a:buNone/>
            </a:pPr>
            <a:endParaRPr sz="2900" dirty="0"/>
          </a:p>
          <a:p>
            <a:r>
              <a:rPr sz="2900" dirty="0"/>
              <a:t>People don't have simple tools to check real-time AQI.</a:t>
            </a:r>
            <a:endParaRPr lang="en-IN" sz="2900" dirty="0"/>
          </a:p>
          <a:p>
            <a:pPr marL="0" indent="0">
              <a:buNone/>
            </a:pPr>
            <a:endParaRPr sz="2900" dirty="0"/>
          </a:p>
          <a:p>
            <a:r>
              <a:rPr sz="2900" dirty="0"/>
              <a:t>This makes health and outdoor activity decisions difficult.</a:t>
            </a:r>
            <a:endParaRPr lang="en-IN" sz="2900" dirty="0"/>
          </a:p>
          <a:p>
            <a:pPr marL="0" indent="0">
              <a:buNone/>
            </a:pPr>
            <a:endParaRPr sz="2900" dirty="0"/>
          </a:p>
          <a:p>
            <a:r>
              <a:rPr sz="2900" dirty="0"/>
              <a:t>Air</a:t>
            </a:r>
            <a:r>
              <a:rPr lang="en-US" sz="2900" dirty="0"/>
              <a:t> </a:t>
            </a:r>
            <a:r>
              <a:rPr sz="2900" dirty="0"/>
              <a:t>Aware solves this by providing AQI prediction using ML + dashboard UI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Real-time input-based AQI prediction.</a:t>
            </a:r>
          </a:p>
          <a:p>
            <a:r>
              <a:rPr dirty="0"/>
              <a:t>Line &amp; Bar charts for trend visualization.</a:t>
            </a:r>
          </a:p>
          <a:p>
            <a:r>
              <a:rPr dirty="0"/>
              <a:t>City-wise pollutant analysis.</a:t>
            </a:r>
          </a:p>
          <a:p>
            <a:r>
              <a:rPr dirty="0"/>
              <a:t>Downloadable AQI report (PDF).</a:t>
            </a:r>
          </a:p>
          <a:p>
            <a:r>
              <a:rPr dirty="0"/>
              <a:t>Clean and responsive UI.</a:t>
            </a:r>
          </a:p>
          <a:p>
            <a:r>
              <a:rPr dirty="0"/>
              <a:t>ML model trained on Indian air-quality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Frontend (HTML, CSS, JS)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1545772"/>
            <a:ext cx="8229600" cy="4525963"/>
          </a:xfrm>
        </p:spPr>
        <p:txBody>
          <a:bodyPr/>
          <a:lstStyle/>
          <a:p>
            <a:endParaRPr dirty="0"/>
          </a:p>
          <a:p>
            <a:r>
              <a:rPr dirty="0"/>
              <a:t>Built using HTML5 + CSS3.</a:t>
            </a:r>
          </a:p>
          <a:p>
            <a:r>
              <a:rPr dirty="0"/>
              <a:t>Smooth navigation bar &amp; user-friendly layout.</a:t>
            </a:r>
          </a:p>
          <a:p>
            <a:r>
              <a:rPr dirty="0"/>
              <a:t>Charts created using Chart.js.</a:t>
            </a:r>
          </a:p>
          <a:p>
            <a:r>
              <a:rPr dirty="0"/>
              <a:t>JavaScript fetch() used to connect with backend.</a:t>
            </a:r>
          </a:p>
          <a:p>
            <a:r>
              <a:rPr dirty="0"/>
              <a:t>Four pages: Home, Dashboard, About, Contact.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Backen</a:t>
            </a:r>
            <a:r>
              <a:rPr lang="en-IN" b="1" dirty="0"/>
              <a:t>d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1568789"/>
            <a:ext cx="8229600" cy="4525963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Flask used for routing and server handling.</a:t>
            </a:r>
          </a:p>
          <a:p>
            <a:r>
              <a:rPr dirty="0"/>
              <a:t>/predict endpoint processes data </a:t>
            </a:r>
            <a:r>
              <a:rPr lang="en-US" dirty="0"/>
              <a:t>to</a:t>
            </a:r>
            <a:r>
              <a:rPr dirty="0"/>
              <a:t> returns predicted AQI.</a:t>
            </a:r>
          </a:p>
          <a:p>
            <a:r>
              <a:rPr dirty="0"/>
              <a:t>ML model loaded via pickle (</a:t>
            </a:r>
            <a:r>
              <a:rPr dirty="0" err="1"/>
              <a:t>aqi_model.pkl</a:t>
            </a:r>
            <a:r>
              <a:rPr dirty="0"/>
              <a:t>).</a:t>
            </a:r>
          </a:p>
          <a:p>
            <a:r>
              <a:rPr dirty="0"/>
              <a:t>/</a:t>
            </a:r>
            <a:r>
              <a:rPr dirty="0" err="1"/>
              <a:t>download_report</a:t>
            </a:r>
            <a:r>
              <a:rPr dirty="0"/>
              <a:t> generates PDF using FPDF.</a:t>
            </a:r>
          </a:p>
          <a:p>
            <a:r>
              <a:rPr dirty="0"/>
              <a:t>Dataset: City-Day Air Quality Dataset.</a:t>
            </a:r>
          </a:p>
          <a:p>
            <a:r>
              <a:rPr dirty="0"/>
              <a:t>Columns: PM2.5, CO, NO₂, AQI.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6257" y="-195574"/>
            <a:ext cx="8229600" cy="1143000"/>
          </a:xfrm>
        </p:spPr>
        <p:txBody>
          <a:bodyPr/>
          <a:lstStyle/>
          <a:p>
            <a:r>
              <a:rPr dirty="0"/>
              <a:t>Tech Stack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D85EE99-6E34-7E48-75E9-9ADE9F307D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4339" y="1245114"/>
            <a:ext cx="760843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HTML, CSS, JavaScript, Chart.js  used to build UI and charts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Flask  used to handle routing and backend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pandas, </a:t>
            </a:r>
            <a:r>
              <a:rPr lang="en-US" altLang="en-US" dirty="0" err="1">
                <a:latin typeface="Arial" panose="020B0604020202020204" pitchFamily="34" charset="0"/>
              </a:rPr>
              <a:t>N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umpy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data preprocessing   and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City-Day air quality dataset 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train AQI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PDF Generation: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FPDF  used to generate downloadable AQI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Version Control: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GitHub 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maintaining project versions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EC84-78C8-EF36-17C2-8AE8BA618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3886" y="-264289"/>
            <a:ext cx="2911246" cy="166318"/>
          </a:xfrm>
        </p:spPr>
        <p:txBody>
          <a:bodyPr>
            <a:normAutofit fontScale="90000"/>
          </a:bodyPr>
          <a:lstStyle/>
          <a:p>
            <a:endParaRPr lang="en-IN" sz="1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5B95AE-9F7A-5769-D8CE-D4BE1ED55A30}"/>
              </a:ext>
            </a:extLst>
          </p:cNvPr>
          <p:cNvSpPr txBox="1"/>
          <p:nvPr/>
        </p:nvSpPr>
        <p:spPr>
          <a:xfrm>
            <a:off x="3118075" y="1144490"/>
            <a:ext cx="18011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CONTACT PAGE</a:t>
            </a:r>
            <a:endParaRPr lang="en-IN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4FEB61-19A1-444A-D739-1B85D7595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29" y="1912662"/>
            <a:ext cx="7366000" cy="326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77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2DBCA-2AB7-ECE2-112B-2AC6E619C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3585" y="412418"/>
            <a:ext cx="5910943" cy="334962"/>
          </a:xfrm>
        </p:spPr>
        <p:txBody>
          <a:bodyPr>
            <a:noAutofit/>
          </a:bodyPr>
          <a:lstStyle/>
          <a:p>
            <a:r>
              <a:rPr lang="en-US" sz="2400" b="1" dirty="0"/>
              <a:t>DASHBOARD PAGE</a:t>
            </a:r>
            <a:endParaRPr lang="en-IN" sz="24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9B9932-3A51-FA16-3337-C3EB96D011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092949"/>
            <a:ext cx="9144000" cy="35546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4DEF9D-88EC-EF20-DC12-663B106DCAEF}"/>
              </a:ext>
            </a:extLst>
          </p:cNvPr>
          <p:cNvSpPr txBox="1"/>
          <p:nvPr/>
        </p:nvSpPr>
        <p:spPr>
          <a:xfrm>
            <a:off x="622300" y="5003800"/>
            <a:ext cx="79375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Dashboard is the main functional page where users can enter a location and view predicted AQI values.</a:t>
            </a:r>
            <a:br>
              <a:rPr lang="en-US" sz="2000" dirty="0"/>
            </a:br>
            <a:r>
              <a:rPr lang="en-US" sz="2000" dirty="0"/>
              <a:t>It displays pollutant levels (PM2.5, CO₂, NO₂), last-year averages, and visual charts using Chart.js. Users can also download a detailed PDF report of the predicted air quality.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86698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956-9A5C-060F-B4D4-8C1033B27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105908"/>
            <a:ext cx="8229600" cy="1265691"/>
          </a:xfrm>
        </p:spPr>
        <p:txBody>
          <a:bodyPr>
            <a:normAutofit/>
          </a:bodyPr>
          <a:lstStyle/>
          <a:p>
            <a:r>
              <a:rPr lang="en-US" sz="2400" dirty="0"/>
              <a:t>About page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ACF298-D628-27A5-3673-E71C51718A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139" y="1268762"/>
            <a:ext cx="8843721" cy="391102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976611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b="1" dirty="0"/>
              <a:t>Conclusion:</a:t>
            </a:r>
            <a:br>
              <a:rPr lang="en-US" sz="2800" dirty="0"/>
            </a:br>
            <a:r>
              <a:rPr lang="en-US" sz="2800" dirty="0"/>
              <a:t>This project demonstrates a complete air-quality prediction system with a functional UI, backend APIs, and a trained ML model.</a:t>
            </a:r>
          </a:p>
          <a:p>
            <a:pPr marL="0" indent="0">
              <a:buNone/>
            </a:pPr>
            <a:r>
              <a:rPr lang="en-US" sz="2800" b="1" dirty="0"/>
              <a:t>Future Scope:</a:t>
            </a:r>
            <a:endParaRPr lang="en-US" sz="2800" dirty="0"/>
          </a:p>
          <a:p>
            <a:r>
              <a:rPr lang="en-US" sz="2800" dirty="0"/>
              <a:t>Integration of real sensor APIs</a:t>
            </a:r>
          </a:p>
          <a:p>
            <a:r>
              <a:rPr lang="en-US" sz="2800" dirty="0"/>
              <a:t>Multi-city comparative predictions</a:t>
            </a:r>
          </a:p>
          <a:p>
            <a:r>
              <a:rPr lang="en-US" sz="2800" dirty="0"/>
              <a:t>Dark mode implementation</a:t>
            </a:r>
          </a:p>
          <a:p>
            <a:r>
              <a:rPr lang="en-US" sz="2800" dirty="0"/>
              <a:t>Deploying</a:t>
            </a:r>
          </a:p>
          <a:p>
            <a:endParaRPr lang="en-US" sz="2800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106</TotalTime>
  <Words>451</Words>
  <Application>Microsoft Office PowerPoint</Application>
  <PresentationFormat>On-screen Show (4:3)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Tw Cen MT</vt:lpstr>
      <vt:lpstr>Circuit</vt:lpstr>
      <vt:lpstr>Air Aware – Smart Air Quality Prediction System</vt:lpstr>
      <vt:lpstr>Project overview</vt:lpstr>
      <vt:lpstr>Problem Statement</vt:lpstr>
      <vt:lpstr>Features</vt:lpstr>
      <vt:lpstr>Frontend (HTML, CSS, JS)</vt:lpstr>
      <vt:lpstr>Backend</vt:lpstr>
      <vt:lpstr>Tech Stack</vt:lpstr>
      <vt:lpstr>PowerPoint Presentation</vt:lpstr>
      <vt:lpstr>DASHBOARD PAGE</vt:lpstr>
      <vt:lpstr>About page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sneha reddy</dc:creator>
  <cp:keywords/>
  <dc:description>generated using python-pptx</dc:description>
  <cp:lastModifiedBy>sneha reddy</cp:lastModifiedBy>
  <cp:revision>4</cp:revision>
  <dcterms:created xsi:type="dcterms:W3CDTF">2013-01-27T09:14:16Z</dcterms:created>
  <dcterms:modified xsi:type="dcterms:W3CDTF">2025-11-28T11:54:12Z</dcterms:modified>
  <cp:category/>
</cp:coreProperties>
</file>