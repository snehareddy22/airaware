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8" r:id="rId9"/>
    <p:sldId id="266" r:id="rId10"/>
    <p:sldId id="267" r:id="rId11"/>
    <p:sldId id="265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1500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neha reddy" userId="c2acc8ca0cdbc4c2" providerId="LiveId" clId="{3FA5D60A-AED3-4699-82D0-1EC1822B8D89}"/>
    <pc:docChg chg="modSld">
      <pc:chgData name="sneha reddy" userId="c2acc8ca0cdbc4c2" providerId="LiveId" clId="{3FA5D60A-AED3-4699-82D0-1EC1822B8D89}" dt="2025-12-05T06:27:25.001" v="0" actId="1076"/>
      <pc:docMkLst>
        <pc:docMk/>
      </pc:docMkLst>
      <pc:sldChg chg="modSp mod">
        <pc:chgData name="sneha reddy" userId="c2acc8ca0cdbc4c2" providerId="LiveId" clId="{3FA5D60A-AED3-4699-82D0-1EC1822B8D89}" dt="2025-12-05T06:27:25.001" v="0" actId="1076"/>
        <pc:sldMkLst>
          <pc:docMk/>
          <pc:sldMk cId="0" sldId="256"/>
        </pc:sldMkLst>
        <pc:spChg chg="mod">
          <ac:chgData name="sneha reddy" userId="c2acc8ca0cdbc4c2" providerId="LiveId" clId="{3FA5D60A-AED3-4699-82D0-1EC1822B8D89}" dt="2025-12-05T06:27:25.001" v="0" actId="1076"/>
          <ac:spMkLst>
            <pc:docMk/>
            <pc:sldMk cId="0" sldId="256"/>
            <ac:spMk id="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66" name="Group 65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67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68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9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0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71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2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3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4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5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6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7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8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9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0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1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2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3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4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5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6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7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8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9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0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1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2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3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4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5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6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7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08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3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00238" y="1122363"/>
            <a:ext cx="6593681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00238" y="3602038"/>
            <a:ext cx="6593681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801052" y="5410202"/>
            <a:ext cx="20574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00237" y="5410202"/>
            <a:ext cx="384366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15603" y="5410200"/>
            <a:ext cx="57831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51810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1"/>
          <p:cNvSpPr>
            <a:spLocks noGrp="1"/>
          </p:cNvSpPr>
          <p:nvPr>
            <p:ph type="title"/>
          </p:nvPr>
        </p:nvSpPr>
        <p:spPr>
          <a:xfrm>
            <a:off x="856060" y="618518"/>
            <a:ext cx="7429499" cy="147857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8" name="Content Placeholder 2"/>
          <p:cNvSpPr>
            <a:spLocks noGrp="1"/>
          </p:cNvSpPr>
          <p:nvPr>
            <p:ph idx="1"/>
          </p:nvPr>
        </p:nvSpPr>
        <p:spPr>
          <a:xfrm>
            <a:off x="856060" y="2249487"/>
            <a:ext cx="742949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Date Placeholder 3"/>
          <p:cNvSpPr>
            <a:spLocks noGrp="1"/>
          </p:cNvSpPr>
          <p:nvPr>
            <p:ph type="dt" sz="half" idx="10"/>
          </p:nvPr>
        </p:nvSpPr>
        <p:spPr>
          <a:xfrm>
            <a:off x="5592691" y="5883277"/>
            <a:ext cx="20574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56059" y="5883276"/>
            <a:ext cx="467948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707241" y="5883275"/>
            <a:ext cx="57831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4324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1419227"/>
            <a:ext cx="74295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4424362"/>
            <a:ext cx="74295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48360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56058" y="2249486"/>
            <a:ext cx="3658792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1" y="2249486"/>
            <a:ext cx="3656408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7702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619127"/>
            <a:ext cx="74295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78902" y="2249486"/>
            <a:ext cx="3435949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56058" y="3073398"/>
            <a:ext cx="3658793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51992" y="2249485"/>
            <a:ext cx="3433565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3073398"/>
            <a:ext cx="3656408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7398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5854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0079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029" y="609601"/>
            <a:ext cx="2892028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150" y="592666"/>
            <a:ext cx="4418407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029" y="2249486"/>
            <a:ext cx="2892028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7459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1" y="609600"/>
            <a:ext cx="3753962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32866" y="609600"/>
            <a:ext cx="3452693" cy="5181602"/>
          </a:xfrm>
          <a:prstGeom prst="round2DiagRect">
            <a:avLst>
              <a:gd name="adj1" fmla="val 6074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9" y="2249486"/>
            <a:ext cx="3753964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10655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4304665"/>
            <a:ext cx="7434266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56058" y="606426"/>
            <a:ext cx="7434266" cy="3299778"/>
          </a:xfrm>
          <a:prstGeom prst="round2DiagRect">
            <a:avLst>
              <a:gd name="adj1" fmla="val 5101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24" y="5124020"/>
            <a:ext cx="7433144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8371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93" y="609600"/>
            <a:ext cx="7429466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4419600"/>
            <a:ext cx="7428344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0972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609600"/>
            <a:ext cx="6977064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3365557"/>
            <a:ext cx="6564224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4309919"/>
            <a:ext cx="74295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696579" y="718458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17473" y="2764972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181071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2134042"/>
            <a:ext cx="74295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23" y="4657655"/>
            <a:ext cx="7428379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7120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56060" y="609600"/>
            <a:ext cx="74294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856058" y="2674463"/>
            <a:ext cx="2397674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856059" y="3360263"/>
            <a:ext cx="2396432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86075" y="2677635"/>
            <a:ext cx="238828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86075" y="3363435"/>
            <a:ext cx="238895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89332" y="2674463"/>
            <a:ext cx="2396226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889332" y="3360263"/>
            <a:ext cx="2396226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21250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56059" y="609600"/>
            <a:ext cx="74294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856060" y="4404596"/>
            <a:ext cx="239643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856060" y="2666998"/>
            <a:ext cx="239643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8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856060" y="4980859"/>
            <a:ext cx="239643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66790" y="4404596"/>
            <a:ext cx="24003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366790" y="2666998"/>
            <a:ext cx="2399205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8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65695" y="4980857"/>
            <a:ext cx="24003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89426" y="4404595"/>
            <a:ext cx="2393056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889332" y="2666998"/>
            <a:ext cx="2396227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8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889332" y="4980855"/>
            <a:ext cx="2396226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cap="all" baseline="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11893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82642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81801" y="609600"/>
            <a:ext cx="1503758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56057" y="609600"/>
            <a:ext cx="5811443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2395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9041774" cy="6858001"/>
            <a:chOff x="-14288" y="0"/>
            <a:chExt cx="9041774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8352798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56060" y="618518"/>
            <a:ext cx="7429499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60" y="2249487"/>
            <a:ext cx="74294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592691" y="5883277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56059" y="5883276"/>
            <a:ext cx="46794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07241" y="5883275"/>
            <a:ext cx="578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14233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  <p:sldLayoutId id="2147483721" r:id="rId13"/>
    <p:sldLayoutId id="2147483722" r:id="rId14"/>
    <p:sldLayoutId id="2147483723" r:id="rId15"/>
    <p:sldLayoutId id="2147483724" r:id="rId16"/>
    <p:sldLayoutId id="214748372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32856" y="664028"/>
            <a:ext cx="7293430" cy="2013857"/>
          </a:xfrm>
        </p:spPr>
        <p:txBody>
          <a:bodyPr>
            <a:normAutofit fontScale="90000"/>
          </a:bodyPr>
          <a:lstStyle/>
          <a:p>
            <a:pPr algn="ctr"/>
            <a:r>
              <a:rPr dirty="0">
                <a:solidFill>
                  <a:schemeClr val="tx2">
                    <a:lumMod val="60000"/>
                    <a:lumOff val="40000"/>
                  </a:schemeClr>
                </a:solidFill>
              </a:rPr>
              <a:t>Air</a:t>
            </a:r>
            <a:r>
              <a:rPr lang="en-IN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dirty="0">
                <a:solidFill>
                  <a:schemeClr val="tx2">
                    <a:lumMod val="60000"/>
                    <a:lumOff val="40000"/>
                  </a:schemeClr>
                </a:solidFill>
              </a:rPr>
              <a:t>Aware – Smart Air Quality Prediction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05400" y="3320143"/>
            <a:ext cx="5529943" cy="1023257"/>
          </a:xfrm>
        </p:spPr>
        <p:txBody>
          <a:bodyPr>
            <a:noAutofit/>
          </a:bodyPr>
          <a:lstStyle/>
          <a:p>
            <a:pPr algn="l"/>
            <a:r>
              <a:rPr lang="en-IN" sz="1800" dirty="0">
                <a:solidFill>
                  <a:schemeClr val="tx1"/>
                </a:solidFill>
              </a:rPr>
              <a:t>Name: S. Sneha </a:t>
            </a:r>
          </a:p>
          <a:p>
            <a:pPr algn="l"/>
            <a:r>
              <a:rPr sz="1800" dirty="0">
                <a:solidFill>
                  <a:schemeClr val="tx1"/>
                </a:solidFill>
              </a:rPr>
              <a:t>Infosys Springboard Internship</a:t>
            </a:r>
            <a:endParaRPr lang="en-IN" sz="1800" dirty="0">
              <a:solidFill>
                <a:schemeClr val="tx1"/>
              </a:solidFill>
            </a:endParaRPr>
          </a:p>
          <a:p>
            <a:pPr algn="l"/>
            <a:r>
              <a:rPr lang="en-IN" sz="1800" dirty="0">
                <a:solidFill>
                  <a:schemeClr val="tx1"/>
                </a:solidFill>
              </a:rPr>
              <a:t>Group:2</a:t>
            </a:r>
            <a:endParaRPr lang="en-US" sz="18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3744" y="838200"/>
            <a:ext cx="5486400" cy="587829"/>
          </a:xfrm>
        </p:spPr>
        <p:txBody>
          <a:bodyPr>
            <a:normAutofit/>
          </a:bodyPr>
          <a:lstStyle/>
          <a:p>
            <a:r>
              <a:rPr lang="en-US" b="1" dirty="0"/>
              <a:t>Project overview</a:t>
            </a:r>
            <a:endParaRPr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024742"/>
            <a:ext cx="8229600" cy="49203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 </a:t>
            </a:r>
          </a:p>
          <a:p>
            <a:pPr marL="0" indent="0">
              <a:buNone/>
            </a:pPr>
            <a:endParaRPr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991175F-7900-4C3F-BD8E-98620EAA3C9F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696686" y="1729650"/>
            <a:ext cx="8153400" cy="31700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Air Aware is a smart system designed to analyze air pollutants and predict AQI.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Uses a machine learning model trained on PM2.5, CO, NO₂, and AQI datasets.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Includes a clean frontend UI and Flask backend integration.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Provides trend graphs, predicted values, and downloadable PDF reports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endParaRPr dirty="0"/>
          </a:p>
          <a:p>
            <a:r>
              <a:rPr sz="2900" dirty="0"/>
              <a:t>Air pollution levels are rising due to urbanization and climate change.</a:t>
            </a:r>
            <a:endParaRPr lang="en-IN" sz="2900" dirty="0"/>
          </a:p>
          <a:p>
            <a:pPr marL="0" indent="0">
              <a:buNone/>
            </a:pPr>
            <a:endParaRPr sz="2900" dirty="0"/>
          </a:p>
          <a:p>
            <a:r>
              <a:rPr sz="2900" dirty="0"/>
              <a:t>People don't have simple tools to check real-time AQI.</a:t>
            </a:r>
            <a:endParaRPr lang="en-IN" sz="2900" dirty="0"/>
          </a:p>
          <a:p>
            <a:pPr marL="0" indent="0">
              <a:buNone/>
            </a:pPr>
            <a:endParaRPr sz="2900" dirty="0"/>
          </a:p>
          <a:p>
            <a:r>
              <a:rPr sz="2900" dirty="0"/>
              <a:t>This makes health and outdoor activity decisions difficult.</a:t>
            </a:r>
            <a:endParaRPr lang="en-IN" sz="2900" dirty="0"/>
          </a:p>
          <a:p>
            <a:pPr marL="0" indent="0">
              <a:buNone/>
            </a:pPr>
            <a:endParaRPr sz="2900" dirty="0"/>
          </a:p>
          <a:p>
            <a:r>
              <a:rPr sz="2900" dirty="0"/>
              <a:t>Air</a:t>
            </a:r>
            <a:r>
              <a:rPr lang="en-US" sz="2900" dirty="0"/>
              <a:t> </a:t>
            </a:r>
            <a:r>
              <a:rPr sz="2900" dirty="0"/>
              <a:t>Aware solves this by providing AQI prediction using ML + dashboard UI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4525963"/>
          </a:xfrm>
        </p:spPr>
        <p:txBody>
          <a:bodyPr>
            <a:normAutofit/>
          </a:bodyPr>
          <a:lstStyle/>
          <a:p>
            <a:endParaRPr dirty="0"/>
          </a:p>
          <a:p>
            <a:r>
              <a:rPr dirty="0"/>
              <a:t>Real-time input-based AQI prediction.</a:t>
            </a:r>
          </a:p>
          <a:p>
            <a:r>
              <a:rPr dirty="0"/>
              <a:t>Line &amp; Bar charts for trend visualization.</a:t>
            </a:r>
          </a:p>
          <a:p>
            <a:r>
              <a:rPr dirty="0"/>
              <a:t>City-wise pollutant analysis.</a:t>
            </a:r>
          </a:p>
          <a:p>
            <a:r>
              <a:rPr dirty="0"/>
              <a:t>Downloadable AQI report (PDF).</a:t>
            </a:r>
          </a:p>
          <a:p>
            <a:r>
              <a:rPr dirty="0"/>
              <a:t>Clean and responsive UI.</a:t>
            </a:r>
          </a:p>
          <a:p>
            <a:r>
              <a:rPr dirty="0"/>
              <a:t>ML model trained on Indian air-quality dataset.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Frontend (HTML, CSS, JS)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" y="1545772"/>
            <a:ext cx="8229600" cy="4525963"/>
          </a:xfrm>
        </p:spPr>
        <p:txBody>
          <a:bodyPr/>
          <a:lstStyle/>
          <a:p>
            <a:endParaRPr dirty="0"/>
          </a:p>
          <a:p>
            <a:r>
              <a:rPr dirty="0"/>
              <a:t>Built using HTML5 + CSS3.</a:t>
            </a:r>
          </a:p>
          <a:p>
            <a:r>
              <a:rPr dirty="0"/>
              <a:t>Smooth navigation bar &amp; user-friendly layout.</a:t>
            </a:r>
          </a:p>
          <a:p>
            <a:r>
              <a:rPr dirty="0"/>
              <a:t>Charts created using Chart.js.</a:t>
            </a:r>
          </a:p>
          <a:p>
            <a:r>
              <a:rPr dirty="0"/>
              <a:t>JavaScript fetch() used to connect with backend.</a:t>
            </a:r>
          </a:p>
          <a:p>
            <a:r>
              <a:rPr dirty="0"/>
              <a:t>Four pages: Home, Dashboard, About, Contact.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b="1" dirty="0"/>
              <a:t>Backen</a:t>
            </a:r>
            <a:r>
              <a:rPr lang="en-IN" b="1" dirty="0"/>
              <a:t>d</a:t>
            </a:r>
            <a:endParaRPr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" y="1568789"/>
            <a:ext cx="8229600" cy="4525963"/>
          </a:xfrm>
        </p:spPr>
        <p:txBody>
          <a:bodyPr>
            <a:normAutofit/>
          </a:bodyPr>
          <a:lstStyle/>
          <a:p>
            <a:endParaRPr dirty="0"/>
          </a:p>
          <a:p>
            <a:r>
              <a:rPr dirty="0"/>
              <a:t>Flask used for routing and server handling.</a:t>
            </a:r>
          </a:p>
          <a:p>
            <a:r>
              <a:rPr dirty="0"/>
              <a:t>/predict endpoint processes data </a:t>
            </a:r>
            <a:r>
              <a:rPr lang="en-US" dirty="0"/>
              <a:t>to</a:t>
            </a:r>
            <a:r>
              <a:rPr dirty="0"/>
              <a:t> returns predicted AQI.</a:t>
            </a:r>
          </a:p>
          <a:p>
            <a:r>
              <a:rPr dirty="0"/>
              <a:t>ML model loaded via pickle (</a:t>
            </a:r>
            <a:r>
              <a:rPr dirty="0" err="1"/>
              <a:t>aqi_model.pkl</a:t>
            </a:r>
            <a:r>
              <a:rPr dirty="0"/>
              <a:t>).</a:t>
            </a:r>
          </a:p>
          <a:p>
            <a:r>
              <a:rPr dirty="0"/>
              <a:t>/</a:t>
            </a:r>
            <a:r>
              <a:rPr dirty="0" err="1"/>
              <a:t>download_report</a:t>
            </a:r>
            <a:r>
              <a:rPr dirty="0"/>
              <a:t> generates PDF using FPDF.</a:t>
            </a:r>
          </a:p>
          <a:p>
            <a:r>
              <a:rPr dirty="0"/>
              <a:t>Dataset: City-Day Air Quality Dataset.</a:t>
            </a:r>
          </a:p>
          <a:p>
            <a:r>
              <a:rPr dirty="0"/>
              <a:t>Columns: PM2.5, CO, NO₂, AQI.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6257" y="-195574"/>
            <a:ext cx="8229600" cy="1143000"/>
          </a:xfrm>
        </p:spPr>
        <p:txBody>
          <a:bodyPr/>
          <a:lstStyle/>
          <a:p>
            <a:r>
              <a:rPr dirty="0"/>
              <a:t>Tech Stack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9D85EE99-6E34-7E48-75E9-9ADE9F307D8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14339" y="1245114"/>
            <a:ext cx="7608432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Frontend: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HTML, CSS, JavaScript, Chart.js  used to build UI and charts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Backend: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Python Flask  used to handle routing and backend logic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Machine Learning: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pandas, </a:t>
            </a:r>
            <a:r>
              <a:rPr lang="en-US" altLang="en-US" dirty="0" err="1">
                <a:latin typeface="Arial" panose="020B0604020202020204" pitchFamily="34" charset="0"/>
              </a:rPr>
              <a:t>N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umpy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altLang="en-US" sz="2400" dirty="0"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used for data preprocessing   and prediction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Dataset: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City-Day air quality dataset </a:t>
            </a:r>
            <a:r>
              <a:rPr lang="en-US" altLang="en-US" sz="2400" dirty="0"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used to train AQI model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PDF Generation: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FPDF  used to generate downloadable AQI reports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Version Control: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GitHub </a:t>
            </a:r>
            <a:r>
              <a:rPr lang="en-US" altLang="en-US" sz="2400" dirty="0"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used for maintaining project versions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3EC84-78C8-EF36-17C2-8AE8BA618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73886" y="-264289"/>
            <a:ext cx="2911246" cy="166318"/>
          </a:xfrm>
        </p:spPr>
        <p:txBody>
          <a:bodyPr>
            <a:normAutofit fontScale="90000"/>
          </a:bodyPr>
          <a:lstStyle/>
          <a:p>
            <a:endParaRPr lang="en-IN" sz="18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5B95AE-9F7A-5769-D8CE-D4BE1ED55A30}"/>
              </a:ext>
            </a:extLst>
          </p:cNvPr>
          <p:cNvSpPr txBox="1"/>
          <p:nvPr/>
        </p:nvSpPr>
        <p:spPr>
          <a:xfrm>
            <a:off x="3118075" y="1144490"/>
            <a:ext cx="18011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CONTACT PAGE</a:t>
            </a:r>
            <a:endParaRPr lang="en-IN" sz="20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04FEB61-19A1-444A-D739-1B85D75959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829" y="1912662"/>
            <a:ext cx="7366000" cy="3266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770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2DBCA-2AB7-ECE2-112B-2AC6E619C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63585" y="412418"/>
            <a:ext cx="5910943" cy="334962"/>
          </a:xfrm>
        </p:spPr>
        <p:txBody>
          <a:bodyPr>
            <a:noAutofit/>
          </a:bodyPr>
          <a:lstStyle/>
          <a:p>
            <a:r>
              <a:rPr lang="en-US" sz="2400" b="1" dirty="0"/>
              <a:t>DASHBOARD PAGE</a:t>
            </a:r>
            <a:endParaRPr lang="en-IN" sz="2400" b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89B9932-3A51-FA16-3337-C3EB96D011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" y="1092949"/>
            <a:ext cx="9144000" cy="3554675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C4DEF9D-88EC-EF20-DC12-663B106DCAEF}"/>
              </a:ext>
            </a:extLst>
          </p:cNvPr>
          <p:cNvSpPr txBox="1"/>
          <p:nvPr/>
        </p:nvSpPr>
        <p:spPr>
          <a:xfrm>
            <a:off x="622300" y="5003800"/>
            <a:ext cx="79375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The Dashboard is the main functional page where users can enter a location and view predicted AQI values.</a:t>
            </a:r>
            <a:br>
              <a:rPr lang="en-US" sz="2000" dirty="0"/>
            </a:br>
            <a:r>
              <a:rPr lang="en-US" sz="2000" dirty="0"/>
              <a:t>It displays pollutant levels (PM2.5, CO₂, NO₂), last-year averages, and visual charts using Chart.js. Users can also download a detailed PDF report of the predicted air quality.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31866981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C956-9A5C-060F-B4D4-8C1033B27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0400" y="105908"/>
            <a:ext cx="8229600" cy="1265691"/>
          </a:xfrm>
        </p:spPr>
        <p:txBody>
          <a:bodyPr>
            <a:normAutofit/>
          </a:bodyPr>
          <a:lstStyle/>
          <a:p>
            <a:r>
              <a:rPr lang="en-US" sz="2400" dirty="0"/>
              <a:t>About page</a:t>
            </a:r>
            <a:endParaRPr lang="en-IN" sz="24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2ACF298-D628-27A5-3673-E71C51718A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0139" y="1268762"/>
            <a:ext cx="8843721" cy="3911023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39766113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Conclusion &amp; Future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sz="2800" b="1" dirty="0"/>
              <a:t>Conclusion:</a:t>
            </a:r>
            <a:br>
              <a:rPr lang="en-US" sz="2800" dirty="0"/>
            </a:br>
            <a:r>
              <a:rPr lang="en-US" sz="2800" dirty="0"/>
              <a:t>This project demonstrates a complete air-quality prediction system with a functional UI, backend APIs, and a trained ML model.</a:t>
            </a:r>
          </a:p>
          <a:p>
            <a:pPr marL="0" indent="0">
              <a:buNone/>
            </a:pPr>
            <a:r>
              <a:rPr lang="en-US" sz="2800" b="1" dirty="0"/>
              <a:t>Future Scope:</a:t>
            </a:r>
            <a:endParaRPr lang="en-US" sz="2800" dirty="0"/>
          </a:p>
          <a:p>
            <a:r>
              <a:rPr lang="en-US" sz="2800" dirty="0"/>
              <a:t>Integration of real sensor APIs</a:t>
            </a:r>
          </a:p>
          <a:p>
            <a:r>
              <a:rPr lang="en-US" sz="2800" dirty="0"/>
              <a:t>Multi-city comparative predictions</a:t>
            </a:r>
          </a:p>
          <a:p>
            <a:r>
              <a:rPr lang="en-US" sz="2800" dirty="0"/>
              <a:t>Dark mode implementation</a:t>
            </a:r>
          </a:p>
          <a:p>
            <a:r>
              <a:rPr lang="en-US" sz="2800" dirty="0"/>
              <a:t>Deploying</a:t>
            </a:r>
          </a:p>
          <a:p>
            <a:endParaRPr lang="en-US" sz="2800" dirty="0"/>
          </a:p>
          <a:p>
            <a:pPr marL="0" indent="0">
              <a:buNone/>
            </a:pPr>
            <a:endParaRPr dirty="0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109</TotalTime>
  <Words>451</Words>
  <Application>Microsoft Office PowerPoint</Application>
  <PresentationFormat>On-screen Show (4:3)</PresentationFormat>
  <Paragraphs>63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Tw Cen MT</vt:lpstr>
      <vt:lpstr>Circuit</vt:lpstr>
      <vt:lpstr>Air Aware – Smart Air Quality Prediction System</vt:lpstr>
      <vt:lpstr>Project overview</vt:lpstr>
      <vt:lpstr>Problem Statement</vt:lpstr>
      <vt:lpstr>Features</vt:lpstr>
      <vt:lpstr>Frontend (HTML, CSS, JS)</vt:lpstr>
      <vt:lpstr>Backend</vt:lpstr>
      <vt:lpstr>Tech Stack</vt:lpstr>
      <vt:lpstr>PowerPoint Presentation</vt:lpstr>
      <vt:lpstr>DASHBOARD PAGE</vt:lpstr>
      <vt:lpstr>About page</vt:lpstr>
      <vt:lpstr>Conclusion &amp; Future Scope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sneha reddy</dc:creator>
  <cp:keywords/>
  <dc:description>generated using python-pptx</dc:description>
  <cp:lastModifiedBy>sneha reddy</cp:lastModifiedBy>
  <cp:revision>4</cp:revision>
  <dcterms:created xsi:type="dcterms:W3CDTF">2013-01-27T09:14:16Z</dcterms:created>
  <dcterms:modified xsi:type="dcterms:W3CDTF">2025-12-05T06:27:35Z</dcterms:modified>
  <cp:category/>
</cp:coreProperties>
</file>